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AI Knowledge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3 - Day 17 Sample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</a:t>
            </a:r>
          </a:p>
          <a:p>
            <a:r>
              <a:t>• Machine Learning</a:t>
            </a:r>
          </a:p>
          <a:p>
            <a:r>
              <a:t>• Deep Learning</a:t>
            </a:r>
          </a:p>
          <a:p>
            <a:r>
              <a:t>• Natural Language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is used to test the PPTX parser.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Enterprise AI Knowledge Assistant</vt:lpstr>
      <vt:lpstr>Topics Covered</vt:lpstr>
      <vt:lpstr>Purpose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Knowledge Assistant</dc:title>
  <dc:subject/>
  <dc:creator/>
  <cp:keywords/>
  <dc:description>generated using python-pptx</dc:description>
  <cp:lastModifiedBy>HP</cp:lastModifiedBy>
  <cp:revision>1</cp:revision>
  <dcterms:created xsi:type="dcterms:W3CDTF">2013-01-27T09:14:16Z</dcterms:created>
  <dcterms:modified xsi:type="dcterms:W3CDTF">2026-07-15T18:06:53Z</dcterms:modified>
  <cp:category/>
</cp:coreProperties>
</file>